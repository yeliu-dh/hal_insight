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101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F0CB57-6EEB-481E-09F0-A97825EF0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D03FA2-DFAF-3DE5-18B3-798E0DD4E5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83D2C2-6B26-D618-528E-3436F9E6B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A6288D-667C-6599-0296-5EE38F37A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5D241A-EACD-F098-EEB7-3320DA4EB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838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A94F0-50F2-3864-E236-C49E2D1F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1F5F4-9025-D153-43E6-287A3187F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863927-423D-5991-A487-6123CF09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D5F6C5-75B5-5054-F783-0B2E3D788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BED7C-BAF3-BE8E-D27A-E9FB8ADC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917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389C1-91BE-E0CC-F1F8-FA9717D3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4831A2-9EEC-31ED-5A41-F47D5FA46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673780-CBA6-4895-32A8-5D0F721DD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705FA5-7289-19F7-DA0C-A99DDBC2F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34BCEE-E27A-E46C-2618-3A6E7AF94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018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C20152-7383-59A0-1078-885C81C33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9C5B8F-C1DE-C16B-2916-D6F5ABAB3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60FBAF-4D97-0E48-D3A4-8A21414A2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AA0B520-297C-BA74-6129-5D144FC79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0C24D6-1B4D-F81F-88D6-C33D989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67AC78-3D0C-1CEC-F732-E9C7997E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06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184883-9EC1-2DF3-FF27-063C6F798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C9620D-89EE-E10B-8430-A16871FCA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3B023CA-248E-7952-9863-A412E62C2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317A83A-F94C-4709-65DF-F0DC10BF9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FF20F9A-5ABC-1A59-5974-332FAE0EED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61768C-D24F-0F57-D894-C1020CEB0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A26CE47-3DEC-AB61-3772-37699EF20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5D4C4A7-74C2-E437-DCD2-5FED197B3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27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B4DBE-061E-AEFD-3A00-1E0E7CD7C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C0578D2-3CE8-F2D4-F7CD-21BB0BDC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72A4BAA-82AE-57C9-1961-22FF0CD88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CA7F420-5947-F88D-93C8-1B196BD0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54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4677F6-36BF-C454-48AA-2CEA519E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D3BF28-C90D-C40A-2964-363980788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3E18FCA-58AB-DA1B-C9B8-B8B11BDA1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302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2D808-D35E-4C41-2E32-D42AE843E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1D65D3-7B02-DAE3-9805-45BCEE8E8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84C66D-23E9-02CE-601A-77426B301E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E6245A-D103-A651-68B4-F883BCDB3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12D199-EA70-44BB-8A73-A9BA6CD93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329D47-B3A4-5A23-D3A8-0FC707604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7921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2087C-A96E-FF30-8B69-7825601BF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917137-E9AE-F30F-E03F-06A7CBAA05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E18653A-996A-7694-D88A-D504C1D3BA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7D0C502-5E0D-B8C1-7773-719697CA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82285B-7731-CF3B-6DA9-0173ACE3D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BC41DE-CB80-32BC-3FBC-6BB6A9EC1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2978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61CAE7-F3A6-7736-674E-74C79BD7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359CA6-5AD1-9FA9-5C47-F638CE1BB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743878-C4E6-2A19-B54D-948CADB63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1D269C-EA86-D697-3A9D-1977CC3A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B7CB6F-A033-1A60-1816-1E4F06EE7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8879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C1236D-05D3-C022-3FF1-E302EB3202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259394-4022-4512-25F4-715EC29DE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2745FC-2A20-6CEB-465E-0B18795DB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F6B76B-47BD-8274-3517-3C6CA30BA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9F40FA-2147-7F46-6DD0-9DAE50443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1431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4AD596C-0B80-43D8-9A9B-C5425D85B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8C8242-AE2A-C206-4DEE-7A516C334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69F5D-BB67-5CBF-51C9-9A03B83A4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445FB-074D-4065-895E-515311F57E6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F9473B-35DF-1D6E-50B3-EF5E7FE38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69F10A-C481-7A75-AFBE-722044990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5649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0BADF9-1EB0-1FC3-CD2C-60A7B38A93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317557"/>
          </a:xfrm>
        </p:spPr>
        <p:txBody>
          <a:bodyPr>
            <a:normAutofit fontScale="90000"/>
          </a:bodyPr>
          <a:lstStyle/>
          <a:p>
            <a:r>
              <a:rPr lang="fr-FR" altLang="zh-CN" dirty="0"/>
              <a:t>Axe </a:t>
            </a:r>
            <a:r>
              <a:rPr lang="fr-FR" altLang="zh-CN" dirty="0" err="1"/>
              <a:t>classfication</a:t>
            </a:r>
            <a:r>
              <a:rPr lang="fr-FR" altLang="zh-CN" dirty="0"/>
              <a:t> par MLP et résumé thématique de la production scientifique de l’IRG par axe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B48DC4-CF55-3EA8-E0AF-828A60023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27600"/>
            <a:ext cx="9144000" cy="695960"/>
          </a:xfrm>
        </p:spPr>
        <p:txBody>
          <a:bodyPr/>
          <a:lstStyle/>
          <a:p>
            <a:r>
              <a:rPr lang="fr-FR" altLang="zh-CN" dirty="0"/>
              <a:t>Ye LIU Jan.2026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609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5D2DEA-6DED-3BE0-BE84-560D1165D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73615" cy="1325563"/>
          </a:xfrm>
        </p:spPr>
        <p:txBody>
          <a:bodyPr/>
          <a:lstStyle/>
          <a:p>
            <a:r>
              <a:rPr lang="fr-FR" altLang="zh-CN" b="1" dirty="0"/>
              <a:t>contexte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FBA738-C221-AE13-BF0C-15BDF7A8E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fr-FR" altLang="zh-CN" dirty="0"/>
              <a:t>Besoin de compléter automatiquement les métadonnées </a:t>
            </a:r>
          </a:p>
          <a:p>
            <a:r>
              <a:rPr lang="fr-FR" altLang="zh-CN" dirty="0"/>
              <a:t>Identifier les thèmes des productions scientifiques par axe</a:t>
            </a:r>
          </a:p>
          <a:p>
            <a:endParaRPr lang="fr-FR" altLang="zh-CN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6C223B8C-EBBD-0B41-B141-0812A1B29DAF}"/>
              </a:ext>
            </a:extLst>
          </p:cNvPr>
          <p:cNvSpPr txBox="1">
            <a:spLocks/>
          </p:cNvSpPr>
          <p:nvPr/>
        </p:nvSpPr>
        <p:spPr>
          <a:xfrm>
            <a:off x="6096000" y="365125"/>
            <a:ext cx="55391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zh-CN" b="1" dirty="0"/>
              <a:t>problèmes</a:t>
            </a:r>
            <a:endParaRPr lang="zh-CN" altLang="en-US" b="1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54DC0E1-2BC8-F513-95C2-A2DE575CC2E2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53915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altLang="zh-CN" dirty="0"/>
              <a:t>Manque notable dans le jeu de données </a:t>
            </a:r>
          </a:p>
          <a:p>
            <a:r>
              <a:rPr lang="fr-FR" altLang="zh-CN" dirty="0" err="1"/>
              <a:t>Mutlilabel</a:t>
            </a:r>
            <a:r>
              <a:rPr lang="fr-FR" altLang="zh-CN" dirty="0"/>
              <a:t> : un article peut partager plusieurs axes, ce qui cause les difficultés dans la classification</a:t>
            </a:r>
          </a:p>
          <a:p>
            <a:r>
              <a:rPr lang="fr-FR" altLang="zh-CN" dirty="0"/>
              <a:t>Thèmes dans le même domaine: gestion</a:t>
            </a:r>
          </a:p>
          <a:p>
            <a:endParaRPr lang="fr-FR" altLang="zh-CN" dirty="0"/>
          </a:p>
          <a:p>
            <a:endParaRPr lang="fr-FR" altLang="zh-CN" dirty="0"/>
          </a:p>
          <a:p>
            <a:endParaRPr lang="fr-FR" altLang="zh-CN" dirty="0"/>
          </a:p>
          <a:p>
            <a:pPr marL="0" indent="0">
              <a:buNone/>
            </a:pPr>
            <a:endParaRPr lang="fr-FR" altLang="zh-CN" dirty="0"/>
          </a:p>
          <a:p>
            <a:pPr marL="0" indent="0">
              <a:buFont typeface="Arial" panose="020B0604020202020204" pitchFamily="34" charset="0"/>
              <a:buNone/>
            </a:pPr>
            <a:endParaRPr lang="fr-FR" altLang="zh-CN" dirty="0"/>
          </a:p>
        </p:txBody>
      </p:sp>
    </p:spTree>
    <p:extLst>
      <p:ext uri="{BB962C8B-B14F-4D97-AF65-F5344CB8AC3E}">
        <p14:creationId xmlns:p14="http://schemas.microsoft.com/office/powerpoint/2010/main" val="968969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1162B3-AB00-FF3F-5462-124935C44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Jeu de données</a:t>
            </a:r>
            <a:endParaRPr lang="zh-CN" altLang="en-US" b="1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EBB9E14E-F0BF-57B2-62BF-C47ED77BA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2720"/>
            <a:ext cx="5257800" cy="52831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fr-FR" altLang="zh-CN" sz="2400" dirty="0"/>
              <a:t>S</a:t>
            </a:r>
            <a:r>
              <a:rPr lang="en-US" altLang="zh-CN" sz="2400" dirty="0" err="1"/>
              <a:t>ource</a:t>
            </a:r>
            <a:r>
              <a:rPr lang="fr-FR" altLang="zh-CN" sz="2400" dirty="0"/>
              <a:t>: HAL </a:t>
            </a:r>
          </a:p>
          <a:p>
            <a:pPr>
              <a:lnSpc>
                <a:spcPct val="100000"/>
              </a:lnSpc>
            </a:pPr>
            <a:r>
              <a:rPr lang="en-US" altLang="zh-CN" sz="2400" dirty="0"/>
              <a:t>2021 articles </a:t>
            </a:r>
            <a:r>
              <a:rPr lang="en-US" altLang="zh-CN" sz="2400" dirty="0" err="1"/>
              <a:t>d’IRG</a:t>
            </a:r>
            <a:r>
              <a:rPr lang="en-US" altLang="zh-CN" sz="2400" dirty="0"/>
              <a:t> avant 2025</a:t>
            </a:r>
          </a:p>
          <a:p>
            <a:pPr marL="0" indent="0">
              <a:lnSpc>
                <a:spcPct val="100000"/>
              </a:lnSpc>
              <a:buNone/>
            </a:pPr>
            <a:endParaRPr lang="fr-FR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fr-FR" altLang="zh-CN" sz="2400" dirty="0"/>
              <a:t>AXE1: Performances et </a:t>
            </a:r>
            <a:r>
              <a:rPr lang="fr-FR" altLang="zh-CN" sz="2400" dirty="0" err="1"/>
              <a:t>responsabilit</a:t>
            </a:r>
            <a:r>
              <a:rPr lang="zh-CN" altLang="zh-CN" sz="2400" dirty="0"/>
              <a:t>é</a:t>
            </a:r>
            <a:r>
              <a:rPr lang="fr-FR" altLang="zh-CN" sz="2400" dirty="0"/>
              <a:t>s</a:t>
            </a:r>
            <a:endParaRPr lang="zh-CN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fr-FR" altLang="zh-CN" sz="2400" dirty="0"/>
              <a:t>AXE2: </a:t>
            </a:r>
            <a:r>
              <a:rPr lang="fr-FR" altLang="zh-CN" sz="2400" dirty="0" err="1"/>
              <a:t>Soci</a:t>
            </a:r>
            <a:r>
              <a:rPr lang="zh-CN" altLang="zh-CN" sz="2400" dirty="0"/>
              <a:t>é</a:t>
            </a:r>
            <a:r>
              <a:rPr lang="fr-FR" altLang="zh-CN" sz="2400" dirty="0"/>
              <a:t>t</a:t>
            </a:r>
            <a:r>
              <a:rPr lang="zh-CN" altLang="zh-CN" sz="2400" dirty="0"/>
              <a:t>é</a:t>
            </a:r>
            <a:r>
              <a:rPr lang="fr-FR" altLang="zh-CN" sz="2400" dirty="0"/>
              <a:t> de services et services </a:t>
            </a:r>
            <a:r>
              <a:rPr lang="zh-CN" altLang="zh-CN" sz="2400" dirty="0"/>
              <a:t>à</a:t>
            </a:r>
            <a:r>
              <a:rPr lang="fr-FR" altLang="zh-CN" sz="2400" dirty="0"/>
              <a:t> la </a:t>
            </a:r>
            <a:r>
              <a:rPr lang="fr-FR" altLang="zh-CN" sz="2400" dirty="0" err="1"/>
              <a:t>soci</a:t>
            </a:r>
            <a:r>
              <a:rPr lang="zh-CN" altLang="zh-CN" sz="2400" dirty="0"/>
              <a:t>é</a:t>
            </a:r>
            <a:r>
              <a:rPr lang="fr-FR" altLang="zh-CN" sz="2400" dirty="0"/>
              <a:t>t</a:t>
            </a:r>
            <a:r>
              <a:rPr lang="zh-CN" altLang="zh-CN" sz="2400" dirty="0"/>
              <a:t>é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altLang="zh-CN" sz="2400" dirty="0"/>
              <a:t>AXE3: Innovations, transformations et r</a:t>
            </a:r>
            <a:r>
              <a:rPr lang="zh-CN" altLang="zh-CN" sz="2400" dirty="0"/>
              <a:t>é</a:t>
            </a:r>
            <a:r>
              <a:rPr lang="fr-FR" altLang="zh-CN" sz="2400" dirty="0" err="1"/>
              <a:t>sistances</a:t>
            </a:r>
            <a:r>
              <a:rPr lang="fr-FR" altLang="zh-CN" sz="2400" dirty="0"/>
              <a:t> organisationnelles et </a:t>
            </a:r>
            <a:r>
              <a:rPr lang="fr-FR" altLang="zh-CN" sz="2400" dirty="0" err="1"/>
              <a:t>soci</a:t>
            </a:r>
            <a:r>
              <a:rPr lang="zh-CN" altLang="zh-CN" sz="2400" dirty="0"/>
              <a:t>é</a:t>
            </a:r>
            <a:r>
              <a:rPr lang="fr-FR" altLang="zh-CN" sz="2400" dirty="0"/>
              <a:t>tales</a:t>
            </a:r>
            <a:endParaRPr lang="zh-CN" altLang="zh-CN" sz="2400" dirty="0"/>
          </a:p>
          <a:p>
            <a:pPr marL="0" indent="0">
              <a:lnSpc>
                <a:spcPct val="100000"/>
              </a:lnSpc>
              <a:buNone/>
            </a:pPr>
            <a:r>
              <a:rPr lang="fr-FR" altLang="zh-CN" sz="2400" dirty="0"/>
              <a:t>AXE4: Ouvrages p</a:t>
            </a:r>
            <a:r>
              <a:rPr lang="zh-CN" altLang="zh-CN" sz="2400" dirty="0"/>
              <a:t>é</a:t>
            </a:r>
            <a:r>
              <a:rPr lang="fr-FR" altLang="zh-CN" sz="2400" dirty="0" err="1"/>
              <a:t>dagogiques</a:t>
            </a:r>
            <a:endParaRPr lang="zh-CN" altLang="zh-CN" sz="2400" dirty="0"/>
          </a:p>
          <a:p>
            <a:endParaRPr lang="zh-CN" altLang="en-US" dirty="0"/>
          </a:p>
        </p:txBody>
      </p:sp>
      <p:pic>
        <p:nvPicPr>
          <p:cNvPr id="10" name="图片 9" descr="图表, 饼图&#10;&#10;AI 生成的内容可能不正确。">
            <a:extLst>
              <a:ext uri="{FF2B5EF4-FFF2-40B4-BE49-F238E27FC236}">
                <a16:creationId xmlns:a16="http://schemas.microsoft.com/office/drawing/2014/main" id="{6AA158CC-3B95-9C74-1011-D95F187609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0" y="787083"/>
            <a:ext cx="5445760" cy="544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284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48FB63-5123-3AA6-BC13-34F495A2A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82AC1B-6F7B-5F95-F56A-5428DBFE6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6308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122</Words>
  <Application>Microsoft Office PowerPoint</Application>
  <PresentationFormat>宽屏</PresentationFormat>
  <Paragraphs>20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Axe classfication par MLP et résumé thématique de la production scientifique de l’IRG par axe</vt:lpstr>
      <vt:lpstr>contexte</vt:lpstr>
      <vt:lpstr>Jeu de données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Ye LIU</dc:creator>
  <cp:lastModifiedBy>Ye LIU</cp:lastModifiedBy>
  <cp:revision>12</cp:revision>
  <dcterms:created xsi:type="dcterms:W3CDTF">2025-12-24T18:43:04Z</dcterms:created>
  <dcterms:modified xsi:type="dcterms:W3CDTF">2025-12-24T21:03:21Z</dcterms:modified>
</cp:coreProperties>
</file>